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520AD8-F614-46FF-A0DD-A95F059F51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7CAA4A-11FD-481E-BD6D-37AD2FA3E9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8B7FF5-9510-4913-8CF1-F507DE7243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6550D9-FDC9-49CE-9874-BDE108C834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4ADE38-4597-4C9D-A622-06B1A39297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8D9CD1-E2DB-41B7-96D5-44CE486132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64B1B6-BA75-4B13-8A2D-0D722EDC91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3723F9-6DAC-49B6-B183-BCAE94F251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80BDCF-7FC1-4676-BADB-C4995EE10E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5CE46C-E7D0-4F54-9413-24C1ACD9B5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FC73BE-E7A2-4041-98B2-2FBFD56B9A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2286000"/>
            <a:ext cx="10359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6400" b="1" u="none" strike="noStrike">
                <a:solidFill>
                  <a:srgbClr val="00A884"/>
                </a:solidFill>
                <a:effectLst/>
                <a:uFillTx/>
                <a:latin typeface="Calibri"/>
              </a:rPr>
              <a:t>Campus Connect Web App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The Verified Ecosystem for Comrades</a:t>
            </a:r>
            <a:br>
              <a:rPr sz="2800"/>
            </a:br>
            <a:r>
              <a:rPr lang="en-US" sz="2800" b="0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CCU 3150: Integrated Thinking in Computing</a:t>
            </a:r>
            <a:br>
              <a:rPr sz="2800"/>
            </a:br>
            <a:r>
              <a:rPr lang="en-US" sz="2800" b="0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Group 5 (The Masterminds)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2. Problem Identification &amp; Impact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457200" y="1828800"/>
            <a:ext cx="11274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401"/>
              </a:spcAft>
            </a:pPr>
            <a:r>
              <a:rPr lang="en-US" sz="3200" b="1" u="none" strike="noStrike">
                <a:solidFill>
                  <a:srgbClr val="E9EDEF"/>
                </a:solidFill>
                <a:effectLst/>
                <a:uFillTx/>
                <a:latin typeface="Arial"/>
              </a:rPr>
              <a:t>Kenyan University campuses lack a single, verified ecosystem.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Where: Amplified across high-population campuses.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Who: Students face scams; Admins face decentralized chaos.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Why it matters: Unverified peers lead to dangerous P2P interactions and missed opportunities.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3. Selected Innovative Solution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457200" y="1828800"/>
            <a:ext cx="54860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401"/>
              </a:spcAft>
            </a:pPr>
            <a:r>
              <a:rPr lang="en-US" sz="3200" b="1" u="none" strike="noStrike">
                <a:solidFill>
                  <a:srgbClr val="E9EDEF"/>
                </a:solidFill>
                <a:effectLst/>
                <a:uFillTx/>
                <a:latin typeface="Arial"/>
              </a:rPr>
              <a:t>Campus Connect: A holistic, high-trust social utility.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Innovative Edge: Integrating 'Sema' safety layers directly into the social peer-market.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Compared to WhatsApp/Email: We provide strict domain verification (.ac.ke) out-of-the-box.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Feasible, low-cost hybrid cloud architecture.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3" descr="fyp_feed_screenshot.png"/>
          <p:cNvPicPr/>
          <p:nvPr/>
        </p:nvPicPr>
        <p:blipFill>
          <a:blip r:embed="rId1"/>
          <a:stretch/>
        </p:blipFill>
        <p:spPr>
          <a:xfrm>
            <a:off x="5505840" y="2057400"/>
            <a:ext cx="912456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4. Data Source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2" descr="profile_redesign_1775382532903.png"/>
          <p:cNvPicPr/>
          <p:nvPr/>
        </p:nvPicPr>
        <p:blipFill>
          <a:blip r:embed="rId1"/>
          <a:stretch/>
        </p:blipFill>
        <p:spPr>
          <a:xfrm>
            <a:off x="457200" y="1371600"/>
            <a:ext cx="912456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3"/>
          <p:cNvSpPr/>
          <p:nvPr/>
        </p:nvSpPr>
        <p:spPr>
          <a:xfrm>
            <a:off x="6217920" y="1828800"/>
            <a:ext cx="54860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401"/>
              </a:spcAft>
            </a:pPr>
            <a:r>
              <a:rPr lang="en-US" sz="3200" b="1" u="none" strike="noStrike">
                <a:solidFill>
                  <a:srgbClr val="E9EDEF"/>
                </a:solidFill>
                <a:effectLst/>
                <a:uFillTx/>
                <a:latin typeface="Arial"/>
              </a:rPr>
              <a:t>Fueling the Trust Algorithm: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Where from: 100% User-Generated &amp; Administrative inputs.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Types: Verified .ac.ke emails (Core ID), 5-Star Ratings (Reputation).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System Data: Geolocation matrices for Emergency SOS.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5. Data Understanding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57200" y="1828800"/>
            <a:ext cx="11274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401"/>
              </a:spcAft>
            </a:pPr>
            <a:r>
              <a:rPr lang="en-US" sz="3200" b="1" u="none" strike="noStrike">
                <a:solidFill>
                  <a:srgbClr val="E9EDEF"/>
                </a:solidFill>
                <a:effectLst/>
                <a:uFillTx/>
                <a:latin typeface="Arial"/>
              </a:rPr>
              <a:t>Reputation is the currency of peer interaction.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Key Variable: Verified vs. Anonymous interactions.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Feature Importance: Review scores dictate hierarchy; bad actors are algorithmically suppressed.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Relevance: Data ensures physical and digital student safety.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6. Proposed System Overview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457200" y="137160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Input (Student Need) → Process (Domain Auth) → Output (Secure Connection)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Picture 3" descr="discover_wireframe_sketch_1775446802946.png"/>
          <p:cNvPicPr/>
          <p:nvPr/>
        </p:nvPicPr>
        <p:blipFill>
          <a:blip r:embed="rId1"/>
          <a:stretch/>
        </p:blipFill>
        <p:spPr>
          <a:xfrm>
            <a:off x="1371600" y="2286000"/>
            <a:ext cx="4114440" cy="411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4" descr="chat_wireframe_sketch_1775446958369.png"/>
          <p:cNvPicPr/>
          <p:nvPr/>
        </p:nvPicPr>
        <p:blipFill>
          <a:blip r:embed="rId2"/>
          <a:stretch/>
        </p:blipFill>
        <p:spPr>
          <a:xfrm>
            <a:off x="6400800" y="2286000"/>
            <a:ext cx="41144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7. System Analysis (Systems Thinking)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7200" y="1828800"/>
            <a:ext cx="54860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401"/>
              </a:spcAft>
            </a:pPr>
            <a:r>
              <a:rPr lang="en-US" sz="3200" b="1" u="none" strike="noStrike">
                <a:solidFill>
                  <a:srgbClr val="E9EDEF"/>
                </a:solidFill>
                <a:effectLst/>
                <a:uFillTx/>
                <a:latin typeface="Arial"/>
              </a:rPr>
              <a:t>Everything is connected. Support drives the core.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Users ↔ Technology ↔ Trust Data.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Johns Hopkins parallel: Safety &amp; Auth aren't 'admin tasks', they are the foundation.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Input: Unverified student. Output: Managed, moderated ecosystem.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3" descr="desktop_chat_view_final_1775405211013.png"/>
          <p:cNvPicPr/>
          <p:nvPr/>
        </p:nvPicPr>
        <p:blipFill>
          <a:blip r:embed="rId1"/>
          <a:stretch/>
        </p:blipFill>
        <p:spPr>
          <a:xfrm>
            <a:off x="6400800" y="1371600"/>
            <a:ext cx="912456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8. Empathize (Design Thinking)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57200" y="1828800"/>
            <a:ext cx="11274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401"/>
              </a:spcAft>
            </a:pPr>
            <a:r>
              <a:rPr lang="en-US" sz="3200" b="1" u="none" strike="noStrike">
                <a:solidFill>
                  <a:srgbClr val="E9EDEF"/>
                </a:solidFill>
                <a:effectLst/>
                <a:uFillTx/>
                <a:latin typeface="Arial"/>
              </a:rPr>
              <a:t>Designing for the vulnerable student.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Users: Students fighting financial constraints and isolation.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Needs: A localized side-hustle market and instant peer support.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Challenges: Fear of scams on public Facebook/WhatsApp groups.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9. Critical Thinking Techniques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57200" y="1828800"/>
            <a:ext cx="11274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401"/>
              </a:spcAft>
            </a:pPr>
            <a:r>
              <a:rPr lang="en-US" sz="3200" b="1" u="none" strike="noStrike">
                <a:solidFill>
                  <a:srgbClr val="E9EDEF"/>
                </a:solidFill>
                <a:effectLst/>
                <a:uFillTx/>
                <a:latin typeface="Arial"/>
              </a:rPr>
              <a:t>Root Cause Analysis &amp; Assumption Checking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Root Cause: Commerce fails not from lack of supply, but lack of trust.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Assumption Assessed: Students want utility, not just 'another social media app'.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Evidence-Based: Data structures built to directly answer security fears.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10. Benefits of the Solution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457200" y="1828800"/>
            <a:ext cx="11274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401"/>
              </a:spcAft>
            </a:pPr>
            <a:r>
              <a:rPr lang="en-US" sz="3200" b="1" u="none" strike="noStrike">
                <a:solidFill>
                  <a:srgbClr val="E9EDEF"/>
                </a:solidFill>
                <a:effectLst/>
                <a:uFillTx/>
                <a:latin typeface="Arial"/>
              </a:rPr>
              <a:t>Seamless, safe, and highly synergistic.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Physical Safety: Emergency SOS tied directly to verified peers.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Economic: Democratizes the student market without scam risks.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Social: Cross-departmental connection and study groups.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11. Limitations &amp; Improvements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57200" y="1828800"/>
            <a:ext cx="11274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401"/>
              </a:spcAft>
            </a:pPr>
            <a:r>
              <a:rPr lang="en-US" sz="3200" b="1" u="none" strike="noStrike">
                <a:solidFill>
                  <a:srgbClr val="E9EDEF"/>
                </a:solidFill>
                <a:effectLst/>
                <a:uFillTx/>
                <a:latin typeface="Arial"/>
              </a:rPr>
              <a:t>Where we pivot next: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Current Barrier: Network latency outside main campus zones.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Current Barrier: Cold-start problem for adoption.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Future Innovation: Deep Lipa-na-M-Pesa integration.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12. Conclusion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57200" y="1828800"/>
            <a:ext cx="11274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401"/>
              </a:spcAft>
            </a:pPr>
            <a:r>
              <a:rPr lang="en-US" sz="3200" b="1" u="none" strike="noStrike">
                <a:solidFill>
                  <a:srgbClr val="E9EDEF"/>
                </a:solidFill>
                <a:effectLst/>
                <a:uFillTx/>
                <a:latin typeface="Arial"/>
              </a:rPr>
              <a:t>Campus Connect isn't just an app. It's a holistic ecosystem.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Transforms a fragmented university experience into a unified, high-performance platform.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B4BEC3"/>
                </a:solidFill>
                <a:effectLst/>
                <a:uFillTx/>
                <a:latin typeface="Arial"/>
              </a:rPr>
              <a:t>Built strictly on Systems Thinking fundamentals.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0" y="2743200"/>
            <a:ext cx="12188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6400" b="1" u="none" strike="noStrike">
                <a:solidFill>
                  <a:srgbClr val="00A884"/>
                </a:solidFill>
                <a:effectLst/>
                <a:uFillTx/>
                <a:latin typeface="Calibri"/>
              </a:rPr>
              <a:t>Thank You. Questions?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LibreOffice/26.2.0.3$Linux_X86_64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2026-04-06T04:16:01Z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