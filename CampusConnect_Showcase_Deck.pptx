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Campus Connect Kenya</a:t>
            </a:r>
          </a:p>
          <a:p>
            <a:pPr algn="ctr">
              <a:defRPr sz="3200">
                <a:solidFill>
                  <a:srgbClr val="E9EDEF"/>
                </a:solidFill>
              </a:defRPr>
            </a:pPr>
            <a:r>
              <a:t>Integrated Thinking in Computing -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2. Problem Identification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Fragmented campus ecosystems create risk.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Students face scams on unvetted apps.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Centralized academic info is missing.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Impact: Low-trust campus economy.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3. Selected Innovative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A Unified high-trust Student Layer.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Verified .ac.ke ecosystem.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Integrated safety (Sema &amp; SOS).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Feasible, student-focused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4.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Verified University intelligence.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Real-time domain validation.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User-generated trust metrics.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System-led safety telemetry.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5.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Reputation is our core feature.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Review scores filter bad actors.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Data ensures physical student safety.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Transparent trust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6. Proposed System Overview: Example Showcase</a:t>
            </a:r>
          </a:p>
        </p:txBody>
      </p:sp>
      <p:pic>
        <p:nvPicPr>
          <p:cNvPr id="3" name="Picture 2" descr="media__17754487014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804243" cy="4114800"/>
          </a:xfrm>
          <a:prstGeom prst="rect">
            <a:avLst/>
          </a:prstGeom>
        </p:spPr>
      </p:pic>
      <p:pic>
        <p:nvPicPr>
          <p:cNvPr id="4" name="Picture 3" descr="media__1775448701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371600"/>
            <a:ext cx="1804243" cy="4114800"/>
          </a:xfrm>
          <a:prstGeom prst="rect">
            <a:avLst/>
          </a:prstGeom>
        </p:spPr>
      </p:pic>
      <p:pic>
        <p:nvPicPr>
          <p:cNvPr id="5" name="Picture 4" descr="media__177544905044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1804243" cy="4114800"/>
          </a:xfrm>
          <a:prstGeom prst="rect">
            <a:avLst/>
          </a:prstGeom>
        </p:spPr>
      </p:pic>
      <p:pic>
        <p:nvPicPr>
          <p:cNvPr id="6" name="Picture 5" descr="media__17754490504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71600"/>
            <a:ext cx="18042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7. System Analysis (Systems Thinking)</a:t>
            </a:r>
          </a:p>
        </p:txBody>
      </p:sp>
      <p:pic>
        <p:nvPicPr>
          <p:cNvPr id="3" name="Picture 2" descr="campus_system_diagram_v2_1775448750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A Holistic Interconnected Network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Users ↔ Tech ↔ Trust Data.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Support units are core foundations.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Input: Unverified → Output: Secure 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8. Empathize (Design Thinking)</a:t>
            </a:r>
          </a:p>
        </p:txBody>
      </p:sp>
      <p:pic>
        <p:nvPicPr>
          <p:cNvPr id="3" name="Picture 2" descr="media__17754490505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200471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Designing for Student Security.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Safe side-hustles.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Affordable housing search.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Peer study collaboration.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9. Critical Thinking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Root Cause &amp; Assumption Analysis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Problem is trust, not communication.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Assumption: Utility over Social Media.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Evidence: Data-driven security choice.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10. Benefits of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Safety, Community, and Economy.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One-tap emergency protection.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Democratized peer marketplace.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Synergistic campus connection.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11. Limitations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Expansion and Optimization.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Constraint: Initial network adoption.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Expansion: Full M-Pesa API integration.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Future: Multicampus scalability.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A884"/>
                </a:solidFill>
                <a:latin typeface="Arial"/>
              </a:defRPr>
            </a:pPr>
            <a: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45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200" b="1">
                <a:solidFill>
                  <a:srgbClr val="E9EDEF"/>
                </a:solidFill>
              </a:defRPr>
            </a:pPr>
            <a:r>
              <a:t>One Campus. One Secure Network.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Transforming fragmentation into unity.</a:t>
            </a:r>
          </a:p>
          <a:p>
            <a:pPr>
              <a:defRPr sz="2400">
                <a:solidFill>
                  <a:srgbClr val="B4BEC3"/>
                </a:solidFill>
              </a:defRPr>
            </a:pPr>
            <a:r>
              <a:t>• The Future of Digital Campus Life.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0"/>
            <a:ext cx="12161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00A884"/>
                </a:solidFill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