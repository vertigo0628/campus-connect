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Campus Connect Kenya</a:t>
            </a:r>
          </a:p>
          <a:p>
            <a:pPr algn="ctr">
              <a:defRPr sz="3600">
                <a:solidFill>
                  <a:srgbClr val="E9EDEF"/>
                </a:solidFill>
              </a:defRPr>
            </a:pPr>
            <a:r>
              <a:t>The Trusted Logical Layer for the Modern Comrade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Fragmented Campus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Students operate in the dark, leading to missed opportunities.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Scams thrive in unverified public social groups.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Critical academic/housing info is scattered.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Result: Low user safety and communication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Bridging the Trust Gap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A centralized, real-time ecosystem built exclusively for students.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Secure .ac.ke authentication foundation.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Combines marketplace, social, and safety hubs.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unique alternative to fragmented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Multi-Stream Data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Dynamic data driving every interaction.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User: Profiles, Commerce, Reviews.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Admin: Announcements &amp; Timetables.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System: Real-time SOS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Reputation &amp; Domain Authority</a:t>
            </a:r>
          </a:p>
        </p:txBody>
      </p:sp>
      <p:pic>
        <p:nvPicPr>
          <p:cNvPr id="3" name="Picture 2" descr="media__1775448702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Data is our filter for a high-trust campus economy.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Verified domain marks prioritize genuine actors.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Reputation metrics and 5-star ratings deter scams.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Strategic Relevance: Physical &amp; Digital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Iterative Design: From Figma to Reality</a:t>
            </a:r>
          </a:p>
        </p:txBody>
      </p:sp>
      <p:pic>
        <p:nvPicPr>
          <p:cNvPr id="3" name="Picture 2" descr="figma_feed_wireframe_1775450000000_png_17754510758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4572000"/>
          </a:xfrm>
          <a:prstGeom prst="rect">
            <a:avLst/>
          </a:prstGeom>
        </p:spPr>
      </p:pic>
      <p:pic>
        <p:nvPicPr>
          <p:cNvPr id="4" name="Picture 3" descr="figma_profile_wireframe_1775450000001_png_17754511384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Comrade Ecosystem: Functional Showcase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004715" cy="4572000"/>
          </a:xfrm>
          <a:prstGeom prst="rect">
            <a:avLst/>
          </a:prstGeom>
        </p:spPr>
      </p:pic>
      <p:pic>
        <p:nvPicPr>
          <p:cNvPr id="4" name="Picture 3" descr="media__17754487018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004715" cy="4572000"/>
          </a:xfrm>
          <a:prstGeom prst="rect">
            <a:avLst/>
          </a:prstGeom>
        </p:spPr>
      </p:pic>
      <p:pic>
        <p:nvPicPr>
          <p:cNvPr id="5" name="Picture 4" descr="media__17754490504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004715" cy="4572000"/>
          </a:xfrm>
          <a:prstGeom prst="rect">
            <a:avLst/>
          </a:prstGeom>
        </p:spPr>
      </p:pic>
      <p:pic>
        <p:nvPicPr>
          <p:cNvPr id="6" name="Picture 5" descr="media__17754490504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371600"/>
            <a:ext cx="20047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Systems Thinking Architecture</a:t>
            </a:r>
          </a:p>
        </p:txBody>
      </p:sp>
      <p:pic>
        <p:nvPicPr>
          <p:cNvPr id="3" name="Picture 2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59436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Interconnecting Users, Technology, and Unified Logic.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Next.js/Firebase Hybrid Cloud architecture.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Johns Hopkins parallel: Safety is an essential driver.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self-sustaining loop of trade and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User-Obsessed Design Strategy</a:t>
            </a:r>
          </a:p>
        </p:txBody>
      </p:sp>
      <p:pic>
        <p:nvPicPr>
          <p:cNvPr id="3" name="Picture 2" descr="media__1775449050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Designed to solve the daily struggles of student life.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 dedicated marketplace for side-hustles.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One-tap verified housing (Hostel Finder).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Community-led academic support (Study Groups).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Justification of Technical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Strategic choices based on evidence, not assumptions.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Root Cause Analysis: Solved trust, not just tech.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Assumption: Utility drives higher retention than social.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Evidence-Based: Next.js + Firebase for speed.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Driving Institutional Impact</a:t>
            </a:r>
          </a:p>
        </p:txBody>
      </p:sp>
      <p:pic>
        <p:nvPicPr>
          <p:cNvPr id="3" name="Picture 2" descr="media__1775449050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Transforming how students live, trade, and connect.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Proactive SOS: Digital trigger to physical security.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Democratization: Removing trade barriers for students.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Synergy: Unified departmental academic tribes.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Future Horizons &amp; Continuous 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The roadmap for next-gen campus integration.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Current: Network adoption hurdles.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Future: Lipa-na-M-Pesa native API integration.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Scale: Deploying across all national universities.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A884"/>
                </a:solidFill>
                <a:latin typeface="Arial"/>
              </a:defRPr>
            </a:pPr>
            <a:r>
              <a:t>The New National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E9EDEF"/>
                </a:solidFill>
              </a:defRPr>
            </a:pPr>
            <a:r>
              <a:t>Fragmentation is now a unified comrade system.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Practical, scalable, and highly integrated.</a:t>
            </a:r>
          </a:p>
          <a:p>
            <a:pPr>
              <a:defRPr sz="2600">
                <a:solidFill>
                  <a:srgbClr val="B4BEC3"/>
                </a:solidFill>
              </a:defRPr>
            </a:pPr>
            <a:r>
              <a:t>• The Future of Digital Campus Life.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A884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