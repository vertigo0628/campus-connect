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A884"/>
                </a:solidFill>
              </a:defRPr>
            </a:pPr>
            <a:r>
              <a:t>Campus Connect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2. Problem Identification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Fragmented ecosystems lead to safety &amp; economic risks.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Unverified peers lead to scams.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No centralized campus layers.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3. Selected Innovative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The Ultimate Student Layer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Verified .ac.ke ecosystem.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Safety &amp; Commerce integration.</a:t>
            </a:r>
          </a:p>
        </p:txBody>
      </p:sp>
      <p:pic>
        <p:nvPicPr>
          <p:cNvPr id="4" name="Picture 3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4. Data Source</a:t>
            </a:r>
          </a:p>
        </p:txBody>
      </p:sp>
      <p:pic>
        <p:nvPicPr>
          <p:cNvPr id="3" name="Picture 2" descr="media__1775448702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Verified University Intel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.ac.ke Domain Verification.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Verified Profiles &amp; Reputations.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5.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Trust-Centered Data Hierarchy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Reputation metrics drive visibility.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Verified status prevents fake actors.</a:t>
            </a:r>
          </a:p>
        </p:txBody>
      </p:sp>
      <p:pic>
        <p:nvPicPr>
          <p:cNvPr id="4" name="Picture 3" descr="media__17754487018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6. Proposed System Overview</a:t>
            </a:r>
          </a:p>
        </p:txBody>
      </p:sp>
      <p:pic>
        <p:nvPicPr>
          <p:cNvPr id="3" name="Picture 2" descr="media__17754490504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2004715" cy="4572000"/>
          </a:xfrm>
          <a:prstGeom prst="rect">
            <a:avLst/>
          </a:prstGeom>
        </p:spPr>
      </p:pic>
      <p:pic>
        <p:nvPicPr>
          <p:cNvPr id="4" name="Picture 3" descr="media__17754490505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20047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7. System Analysis (Systems Thinking)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A Holistic, Interconnected Network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Components: Users, Tech, Data.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Support units drive the core reliability.</a:t>
            </a:r>
          </a:p>
        </p:txBody>
      </p:sp>
      <p:pic>
        <p:nvPicPr>
          <p:cNvPr id="4" name="Picture 3" descr="campus_system_diagram_v2_177544875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8. Empathize (Design Thinking)</a:t>
            </a:r>
          </a:p>
        </p:txBody>
      </p:sp>
      <p:pic>
        <p:nvPicPr>
          <p:cNvPr id="3" name="Picture 2" descr="media__1775449050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Focusing on Student Needs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Safe side-hustles.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Affordable, verified housing.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Academic collaboration hubs.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9. Critical Thinking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Root Cause &amp; Assumption Analysis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Problem: Not lack of tools, but lack of trust.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Assumption: Students prefer verified networks over public socials.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10. Benefits: Safety &amp;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Proactive Protection for Comrades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Instant Emergency SOS system.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Direct connection to campus security.</a:t>
            </a:r>
          </a:p>
        </p:txBody>
      </p:sp>
      <p:pic>
        <p:nvPicPr>
          <p:cNvPr id="4" name="Picture 3" descr="media__1775449050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6061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11. 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Scaling beyond the campus gates.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Need for native M-Pesa API.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Expansion to all public and private universities.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12. Conclusion</a:t>
            </a:r>
          </a:p>
        </p:txBody>
      </p:sp>
      <p:pic>
        <p:nvPicPr>
          <p:cNvPr id="3" name="Picture 2" descr="media__17754487015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2606129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One Campus. One Verified Network.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Built on systems thinking to solve real-world student problems.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6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A884"/>
                </a:solidFill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