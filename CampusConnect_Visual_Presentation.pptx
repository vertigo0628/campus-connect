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Campus Connect Kenya</a:t>
            </a:r>
          </a:p>
          <a:p>
            <a:r>
              <a:t>(Visual Presentation)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CCU 3150: Integrated Thinking in Computing</a:t>
            </a:r>
          </a:p>
          <a:p>
            <a:r>
              <a:t>Group 5 (The Masterminds)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Fragmented university digital ecosystems.</a:t>
            </a:r>
          </a:p>
          <a:p>
            <a:pPr/>
            <a:r>
              <a:t>Result: Unsafe peer commerce, scattered academic comms.</a:t>
            </a:r>
          </a:p>
          <a:p>
            <a:pPr/>
            <a:r>
              <a:t>Impact: Students fall victim to scams; miss vital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Our Innovative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Campus Connect Web App</a:t>
            </a:r>
          </a:p>
          <a:p>
            <a:pPr>
              <a:defRPr sz="2000"/>
            </a:pPr>
            <a:r>
              <a:t>• Centralized high-trust network (.ac.ke authentication).</a:t>
            </a:r>
          </a:p>
          <a:p>
            <a:pPr>
              <a:defRPr sz="2000"/>
            </a:pPr>
            <a:r>
              <a:t>• Integrates peer commerce, social feeds, and safety.</a:t>
            </a:r>
          </a:p>
        </p:txBody>
      </p:sp>
      <p:pic>
        <p:nvPicPr>
          <p:cNvPr id="4" name="Picture 3" descr="fyp_fee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Data Sources &amp;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User-generated: Verified profiles, marketplace ratings.</a:t>
            </a:r>
          </a:p>
          <a:p>
            <a:pPr>
              <a:defRPr sz="2000"/>
            </a:pPr>
            <a:r>
              <a:t>• System-generated: Emergency SOS geolocation.</a:t>
            </a:r>
          </a:p>
          <a:p>
            <a:pPr>
              <a:defRPr sz="2000"/>
            </a:pPr>
            <a:r>
              <a:t>• Why? High-trust peer-review data deters scams.</a:t>
            </a:r>
          </a:p>
        </p:txBody>
      </p:sp>
      <p:pic>
        <p:nvPicPr>
          <p:cNvPr id="4" name="Picture 3" descr="profile_redesign_17753825329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System Wireframes (Early Iteration)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Layout structuring priority:</a:t>
            </a:r>
          </a:p>
          <a:p>
            <a:pPr>
              <a:defRPr sz="2000"/>
            </a:pPr>
            <a:r>
              <a:t>• Native mobile ergonomics.</a:t>
            </a:r>
          </a:p>
          <a:p>
            <a:pPr>
              <a:defRPr sz="2000"/>
            </a:pPr>
            <a:r>
              <a:t>• Edge-to-edge content blocks.</a:t>
            </a:r>
          </a:p>
          <a:p>
            <a:pPr>
              <a:defRPr sz="2000"/>
            </a:pPr>
            <a:r>
              <a:t>• Clear navigational tabs.</a:t>
            </a:r>
          </a:p>
        </p:txBody>
      </p:sp>
      <p:pic>
        <p:nvPicPr>
          <p:cNvPr id="4" name="Picture 3" descr="discover_wireframe_sketch_17754468029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011680" cy="2011680"/>
          </a:xfrm>
          <a:prstGeom prst="rect">
            <a:avLst/>
          </a:prstGeom>
        </p:spPr>
      </p:pic>
      <p:pic>
        <p:nvPicPr>
          <p:cNvPr id="5" name="Picture 4" descr="chat_wireframe_sketch_17754469583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Proposed System Overview (Final 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Real-Time Messaging:</a:t>
            </a:r>
          </a:p>
          <a:p>
            <a:pPr>
              <a:defRPr sz="2000"/>
            </a:pPr>
            <a:r>
              <a:t>• Desktop WhatsApp-style Immutable Interface.</a:t>
            </a:r>
          </a:p>
          <a:p>
            <a:pPr>
              <a:defRPr sz="2000"/>
            </a:pPr>
            <a:r>
              <a:t>• Edge-to-edge chat UI.</a:t>
            </a:r>
          </a:p>
          <a:p>
            <a:pPr>
              <a:defRPr sz="2000"/>
            </a:pPr>
            <a:r>
              <a:t>• Fully synchronized across mobile &amp; web.</a:t>
            </a:r>
          </a:p>
        </p:txBody>
      </p:sp>
      <p:pic>
        <p:nvPicPr>
          <p:cNvPr id="4" name="Picture 3" descr="desktop_chat_view_final_1775405211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Systems Thinking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Safety features are not 'support'.</a:t>
            </a:r>
          </a:p>
          <a:p>
            <a:pPr>
              <a:defRPr sz="2000"/>
            </a:pPr>
            <a:r>
              <a:t>• They are the core driver of the ecosystem.</a:t>
            </a:r>
          </a:p>
          <a:p>
            <a:pPr>
              <a:defRPr sz="2000"/>
            </a:pPr>
            <a:r>
              <a:t>• Integrated Emergency SOS triggers directly in the UI.</a:t>
            </a:r>
          </a:p>
        </p:txBody>
      </p:sp>
      <p:pic>
        <p:nvPicPr>
          <p:cNvPr id="4" name="Picture 3" descr="mobile_chat_fixed_final_17754053875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657600" cy="55376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Empathize (Design Thinking)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 Verified Students, Administrators, Security.</a:t>
            </a:r>
          </a:p>
          <a:p>
            <a:pPr/>
            <a:r>
              <a:t>Needs: Trust, fast comms, centralized commerce.</a:t>
            </a:r>
          </a:p>
          <a:p>
            <a:pPr/>
            <a:r>
              <a:t>Interaction: Rapid P2P trade under a moderated umbrella.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Thinking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Cause Analysis: Commerce failure is a trust issue.</a:t>
            </a:r>
          </a:p>
          <a:p>
            <a:pPr/>
            <a:r>
              <a:t>Assumption Checking: Validated needs through user data.</a:t>
            </a:r>
          </a:p>
          <a:p>
            <a:pPr/>
            <a:r>
              <a:t>Evidence-Based: Analyzed Johns Hopkins cases for system dynamics.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Benefits: Unifies the campus experience securely.</a:t>
            </a:r>
          </a:p>
          <a:p>
            <a:pPr/>
            <a:r>
              <a:t>Limitations/Future: Requires strong M-Pesa integration.</a:t>
            </a:r>
          </a:p>
          <a:p>
            <a:pPr/>
            <a:r>
              <a:t>Conclusion: Campus Connect is the ultimate Comrade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