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A884"/>
                </a:solidFill>
              </a:defRPr>
            </a:pPr>
            <a:r>
              <a:t>Campus Connect Web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2. Problem Identification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Fragmented University digital ecosystems lead to safety risks.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Students face scams on unvetted platforms.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Lack of centralized academic &amp; social synergy.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3. Selected Innovative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High-trust social utility ecosystem.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Safe-comms &amp; verified commerce (.ac.ke auth).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Integrated safety layers (Sema &amp; SOS).</a:t>
            </a:r>
          </a:p>
        </p:txBody>
      </p:sp>
      <p:pic>
        <p:nvPicPr>
          <p:cNvPr id="4" name="Picture 3" descr="fyp_fee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912499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4. Data Source</a:t>
            </a:r>
          </a:p>
        </p:txBody>
      </p:sp>
      <p:pic>
        <p:nvPicPr>
          <p:cNvPr id="3" name="Picture 2" descr="profile_redesign_17753825329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1249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Verified &amp; Crowdsourced Intelligence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Real-time university domain verification.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Peer-to-peer reputation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5.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Trust as a primary data variable.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Reputation scores dictate hierarchy.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Emergency telemetry ensures rapid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6. Proposed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From Input to Verified Action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User request → Domain Validation → Secure Hub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7. System Analysis (Systems Thinking)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Components, Relationships, and Dynamic Flow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Components: Users (Students/Admin), Tech (Next.js/Firebase), Data (Auth/Reputation).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Relationships: Integration where trust drives commerce and safety drives engagement.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Inputs/Outputs: Unverified student data (I) → Domain validation → Verified Ecosystem (O).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Case Study: Like Johns Hopkins, support units (Auth/SOS) are our system foundation.</a:t>
            </a:r>
          </a:p>
        </p:txBody>
      </p:sp>
      <p:pic>
        <p:nvPicPr>
          <p:cNvPr id="4" name="Picture 3" descr="campus_system_diagram_v2_1775448750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8. Empathize (Design Thinking)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Designing for student safety and connection.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Localized market for students, by students.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9. Critical Thinking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Root Cause Analysis &amp; Assumption Checking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Solved the trust gap, not just the communication gap.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10. Benefits of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High-trust, native-feeling, and scalable.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Physical security + Economic democratization.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11. Limitations &amp;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Barriers to entry &amp; expansion.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Need for M-Pesa API &amp; broader domain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EDEF"/>
                </a:solidFill>
              </a:defRPr>
            </a:pPr>
            <a:r>
              <a:t>The Future of Kenyan Campus Life.</a:t>
            </a:r>
          </a:p>
          <a:p>
            <a:pPr>
              <a:defRPr sz="2200">
                <a:solidFill>
                  <a:srgbClr val="B4BEC3"/>
                </a:solidFill>
              </a:defRPr>
            </a:pPr>
            <a:r>
              <a:t>• A unified platform built on systems thinking.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61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A884"/>
                </a:solidFill>
              </a:defRPr>
            </a:pPr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