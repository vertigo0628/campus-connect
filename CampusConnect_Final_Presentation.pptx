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 Connect Kenya: Web App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CCU 3150: Integrated Thinking in Computing</a:t>
            </a:r>
          </a:p>
          <a:p>
            <a:r>
              <a:t>Group 5 (The Masterminds):</a:t>
            </a:r>
          </a:p>
          <a:p>
            <a:r>
              <a:t>Joel, Racheal, Randy, Agnes, Lewis, Victor, Bildad, Juliet, Sharom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Kenyan university students face a highly fragmented digital experience with no centralized, high-trust platform.</a:t>
            </a:r>
          </a:p>
          <a:p>
            <a:pPr/>
            <a:r>
              <a:t>Where: The fragmentation occurs across university campuses (MUST and national).</a:t>
            </a:r>
          </a:p>
          <a:p>
            <a:pPr/>
            <a:r>
              <a:t>Who is affected: Students (missed academic/commerce synergy) and Administration (scattered information).</a:t>
            </a:r>
          </a:p>
          <a:p>
            <a:pPr/>
            <a:r>
              <a:t>Why it matters: Leads to compromised physical safety, low-trust peer commerce, and socially disjointed campus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Innovative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Campus Connect - A holistic, authenticated digital ecosystem built exclusively for university domains (.ac.ke).</a:t>
            </a:r>
          </a:p>
          <a:p>
            <a:pPr/>
            <a:r>
              <a:t>Innovation: Integrating 'Safety, Wellness &amp; Governance' (Emergency SOS, Sema Portal) directly into a social-commerce platform.</a:t>
            </a:r>
          </a:p>
          <a:p>
            <a:pPr/>
            <a:r>
              <a:t>Justification: Traditional platforms isolate commerce from security. A high-trust baseline is mandatory for a campus economy to thrive.</a:t>
            </a:r>
          </a:p>
          <a:p>
            <a:pPr/>
            <a:r>
              <a:t>Feasibility: Highly efficient hybrid-cloud architecture (Next.js, Firebase) keeps infrastructure costs extremely light and scalable.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User-Generated Data: Profile setups, comrade-to-comrade reviews, commerce listings, and chat communications.</a:t>
            </a:r>
          </a:p>
          <a:p>
            <a:pPr/>
            <a:r>
              <a:t>Administrative Data: Structural data flowing from university management (e.g., domain verification parameters).</a:t>
            </a:r>
          </a:p>
          <a:p>
            <a:pPr/>
            <a:r>
              <a:t>System-Generated Data: Telemetry for Emergency SOS geolocation triggers and automated moderation/authentication security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 &amp;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Variables: Domain restriction tokens, user reputation scores (5-star ratings), and real-time network states.</a:t>
            </a:r>
          </a:p>
          <a:p>
            <a:pPr/>
            <a:r>
              <a:t>Important Features: The peer-review trust metric is the most critical feature to deter scams and build a local student economy.</a:t>
            </a:r>
          </a:p>
          <a:p>
            <a:pPr/>
            <a:r>
              <a:t>Relevance: Data is not just isolated telemetry; it enforces the 'trust baseline' algorithm that dictates the health of the entire peer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-&gt; Process -&gt; Output Model:</a:t>
            </a:r>
          </a:p>
          <a:p>
            <a:pPr/>
            <a:r>
              <a:t>  • Input: Student identifies a campus need (e.g., housing, study group, laptop repair).</a:t>
            </a:r>
          </a:p>
          <a:p>
            <a:pPr/>
            <a:r>
              <a:t>  • Process: Secure .ac.ke Auth validates user -&gt; routed via Hubs (Discover, Hostels).</a:t>
            </a:r>
          </a:p>
          <a:p>
            <a:pPr/>
            <a:r>
              <a:t>  • Output: Verified physical/digital interaction within a highly moderated, safe environment.</a:t>
            </a:r>
          </a:p>
          <a:p>
            <a:pPr/>
            <a:r>
              <a:t>Wireframes: [Insert Figma UI Screenshots Here - See App Walkthrough]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 (Systems Thinking)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Applying the Johns Hopkins Case Study Parallel:</a:t>
            </a:r>
          </a:p>
          <a:p>
            <a:pPr/>
            <a:r>
              <a:t>  • Realization: 'Support Units' are actually essential system drivers.</a:t>
            </a:r>
          </a:p>
          <a:p>
            <a:pPr/>
            <a:r>
              <a:t>Components: University Auth, Student Moderators, Real-time WebSockets.</a:t>
            </a:r>
          </a:p>
          <a:p>
            <a:pPr/>
            <a:r>
              <a:t>Relationships: Just as hospital cleaning directly impacts patient recovery, our moderation and authentication frameworks directly dictate the success of peer commerce.</a:t>
            </a:r>
          </a:p>
          <a:p>
            <a:pPr/>
            <a:r>
              <a:t>Outputs: A cohesive, self-sustaining virtual campus.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Empathize (Design Thinking)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are the users: Students, aspiring student entrepreneurs, campus security.</a:t>
            </a:r>
          </a:p>
          <a:p>
            <a:pPr/>
            <a:r>
              <a:t>Needs: A centralized space for unified communication, academics, commerce, and instant wellness support.</a:t>
            </a:r>
          </a:p>
          <a:p>
            <a:pPr/>
            <a:r>
              <a:t>Challenges: Operating blindly on completely anonymous or unverified external platforms.</a:t>
            </a:r>
          </a:p>
          <a:p>
            <a:pPr/>
            <a:r>
              <a:t>Interaction Profile: A student triggering an SOS bridges the gap instantly between digital UI and physical campus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Thinking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 Analysis: Realized that lack of campus trade isn't due to lack of supply/demand, but a fundamental lack of trust.</a:t>
            </a:r>
          </a:p>
          <a:p>
            <a:pPr/>
            <a:r>
              <a:t>Assumption Checking: Avoided the assumption that students just want another social media app; they require utilitarian integration.</a:t>
            </a:r>
          </a:p>
          <a:p>
            <a:pPr/>
            <a:r>
              <a:t>Evidence-Based Thinking: Mapped our deployment strategy against real-world systems studies (like Johns Hopkins) to avoid isolating 'hub' functionalities.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Trust: Creates a high-trust verification pool leveraging official institutional domain mechanisms.</a:t>
            </a:r>
          </a:p>
          <a:p>
            <a:pPr/>
            <a:r>
              <a:t>Safety: Transforms security from an afterthought (hotlines) to a one-tap digital driver (WebSockets).</a:t>
            </a:r>
          </a:p>
          <a:p>
            <a:pPr/>
            <a:r>
              <a:t>Community: Centralizes fragmented university life into a singular, highly engaging comrade ecosystem.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Challenges: Mobile network latency potentially delaying real-time WebSocket SOS triggers; initial adoption rates.</a:t>
            </a:r>
          </a:p>
          <a:p>
            <a:pPr/>
            <a:r>
              <a:t>Future Expansion: Native Lipa na M-Pesa API integration to seamlessly close the commerce loop.</a:t>
            </a:r>
          </a:p>
          <a:p>
            <a:pPr/>
            <a:r>
              <a:t>Future Expansion: AI-driven study group matchmaking based on departmental clustering.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Campus Connect addresses university fragmentation by providing a secure, centralized, and student-focused ecosystem.</a:t>
            </a:r>
          </a:p>
          <a:p>
            <a:pPr/>
            <a:r>
              <a:t>Impact: We treated the campus not as isolated apps, but as an interconnected logical system, resulting in superior user integration.</a:t>
            </a:r>
          </a:p>
          <a:p>
            <a:pPr/>
            <a:r>
              <a:t>Final Thought: This platform represents a scalable, highly practical solution designed through rigorous critical thinking and real-world system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pPr/>
            <a:r>
              <a:t>Group 5 (The Masterminds)</a:t>
            </a:r>
          </a:p>
          <a:p>
            <a:pPr/>
            <a:r>
              <a:t>Are there any questions regarding the technical architecture, systems thinking application, or UI/UX mechanisms?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